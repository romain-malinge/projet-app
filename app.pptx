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5" r:id="rId4"/>
    <p:sldId id="266" r:id="rId5"/>
    <p:sldId id="268" r:id="rId6"/>
    <p:sldId id="269" r:id="rId7"/>
    <p:sldId id="270" r:id="rId8"/>
    <p:sldId id="271" r:id="rId9"/>
    <p:sldId id="26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B9D60F-1E04-28A5-0F57-54EC24503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98F630-2D2B-F3A3-82C0-EF0BED4C2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04DF81-942F-542C-64FF-18362B14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03A16-7894-A822-231E-D2856978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66FF10-F30D-7CB9-981C-E79B7308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3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29F740-5ED2-3F1D-7F2D-D5F01E2B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B374F-F39B-FBA2-AD1C-656180847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0D603A-D8CF-DBDE-54BA-9857BA6B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304422-5DA5-E918-97C9-DDDA9EE4D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89E129-1905-FF9E-B77F-D36ED963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4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594EE-DDDF-B3D4-1DC0-64539674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1B7FC0-F47D-A04D-93B9-7C6D6B70E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A9BF03-EAA1-A71D-2DE8-A75D6452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648EE2-5C92-FEBB-E7E2-69DFC7CC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596C57-2CB4-B60B-184B-DE13DC9A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86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DAD669-655B-479A-0FC5-410A02CF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94A1C0-AAB0-F1E3-E885-8FE2D5B54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82809C-44A1-A6A3-EA5A-CEC5516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628B30-8305-93B6-B7B5-45265A1B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D655B5-06BA-A3C9-991E-30192044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85D95F-E37D-2A73-7AAC-FE85A6E8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17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CD926D-0B0F-EC77-B1DE-93B7D42F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7D1183-A2C9-D3DD-56CB-4E8295044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0F4516-DBA1-99D3-9844-4CB0BD4C5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9BE9E40-27C2-648C-E930-96FEEA23B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50E018-75FF-214B-D730-B6DED4D8B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AF6542D-2DAF-F653-2FCD-19B7FC7F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CE1D690-080B-512B-C6CF-5146EF49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A32C12-ED5A-6E70-5C69-9DE98B85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18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EC4D0-AA28-E072-B3AD-CDC410F5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C572E0-457B-122B-B3F7-34622561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3DDB085-04A1-BA6F-9274-E641E253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C3E696-0509-91A3-C5D4-91FD84DD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95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B4801F-11A3-DC70-520A-709DE682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928080-E9EF-A94F-3E0F-3A137E79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3199EB-0933-B2BC-C686-A1A5B3DC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7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446F7-A9F3-9A91-C9CE-A5D95B6F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7707A6-4D08-EA8C-7004-6E7536F60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00DC52-4FEF-8909-0EF0-B635CF4CC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03637D-9628-A498-2A90-721C0A70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5DBCA6-0878-2B94-F349-9B301A24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AAA44D-CD5C-5359-4309-8DA412C8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30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76DAE-0F5E-9A0C-4DA8-F81A59FCC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D31693F-AEAB-127B-5FA5-4501F8262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127A5E-73D7-EEC0-7658-C0AEBCCE0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CA1EC3-EDF0-2FD2-CD7F-51F4714A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A780C4-323B-80FF-095B-46AC24A6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A18D6B-6375-11E7-7E76-5946F455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427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9EBB1-906A-29B9-C483-C685BE3D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35081F0-0075-AA57-D2F3-863280B80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938970-D9B5-093C-D85E-D9B498BA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B632AE-885C-397A-35DD-D1168CD3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A9D67D-EEB5-8ECB-D8E9-72C93A92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20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AB2070-03D3-C4D6-44BF-B3D6DC714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82D3E41-7B72-3586-8E35-98F584FD9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DEB434-1586-F114-E068-4E268F63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0A9200-5D2F-45D5-E97B-5579E5CA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BCA12A-75B0-9194-DBEB-352BB883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9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191557-49B4-F4DD-C7E7-7A151325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5717EE-2E1E-8EBC-626A-567019D3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1D010-8C86-AEB6-4F3F-1E1C2FFA4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7711F-4D5F-4121-9EB4-C5B8E471CABD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F4F00E-FF9C-F945-B933-1FCC6CF04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379361-D993-09AC-D3C2-5C947AF73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955A7-AC64-4BE2-A49F-1DB86A533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26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8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image" Target="../media/image9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26.png"/><Relationship Id="rId5" Type="http://schemas.openxmlformats.org/officeDocument/2006/relationships/image" Target="../media/image12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34.png"/><Relationship Id="rId5" Type="http://schemas.openxmlformats.org/officeDocument/2006/relationships/image" Target="../media/image12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4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9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42.png"/><Relationship Id="rId5" Type="http://schemas.openxmlformats.org/officeDocument/2006/relationships/image" Target="../media/image12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9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50.png"/><Relationship Id="rId5" Type="http://schemas.openxmlformats.org/officeDocument/2006/relationships/image" Target="../media/image12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10.png"/><Relationship Id="rId21" Type="http://schemas.openxmlformats.org/officeDocument/2006/relationships/image" Target="../media/image60.png"/><Relationship Id="rId7" Type="http://schemas.openxmlformats.org/officeDocument/2006/relationships/image" Target="../media/image14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9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12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7FB1E1-FC5D-83BD-1B78-5F272717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938867" cy="1325563"/>
          </a:xfrm>
        </p:spPr>
        <p:txBody>
          <a:bodyPr/>
          <a:lstStyle/>
          <a:p>
            <a:r>
              <a:rPr lang="fr-FR" dirty="0"/>
              <a:t>Vidéo 1</a:t>
            </a:r>
            <a:br>
              <a:rPr lang="fr-FR" dirty="0"/>
            </a:br>
            <a:r>
              <a:rPr lang="fr-FR" dirty="0"/>
              <a:t>full</a:t>
            </a:r>
          </a:p>
        </p:txBody>
      </p:sp>
      <p:pic>
        <p:nvPicPr>
          <p:cNvPr id="20" name="Image 19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CD7EDF-25E5-A257-ED8D-4798B3C4B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31" y="575257"/>
            <a:ext cx="1682805" cy="2520000"/>
          </a:xfrm>
          <a:prstGeom prst="rect">
            <a:avLst/>
          </a:prstGeom>
        </p:spPr>
      </p:pic>
      <p:pic>
        <p:nvPicPr>
          <p:cNvPr id="22" name="Image 21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5A73990-3579-5E60-42E1-F32D57130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668" y="583724"/>
            <a:ext cx="1682805" cy="2520000"/>
          </a:xfrm>
          <a:prstGeom prst="rect">
            <a:avLst/>
          </a:prstGeom>
        </p:spPr>
      </p:pic>
      <p:pic>
        <p:nvPicPr>
          <p:cNvPr id="24" name="Image 23" descr="Une image contenant texte, capture d’écran, graphisme, Visage humain&#10;&#10;Le contenu généré par l’IA peut être incorrect.">
            <a:extLst>
              <a:ext uri="{FF2B5EF4-FFF2-40B4-BE49-F238E27FC236}">
                <a16:creationId xmlns:a16="http://schemas.microsoft.com/office/drawing/2014/main" id="{B757F0B1-5791-3756-0C88-1177275715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05" y="583724"/>
            <a:ext cx="1682805" cy="2520000"/>
          </a:xfrm>
          <a:prstGeom prst="rect">
            <a:avLst/>
          </a:prstGeom>
        </p:spPr>
      </p:pic>
      <p:pic>
        <p:nvPicPr>
          <p:cNvPr id="26" name="Image 2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3EB0E0F-C74D-1257-8974-BFE3C2CCF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994" y="3264591"/>
            <a:ext cx="1682805" cy="2520000"/>
          </a:xfrm>
          <a:prstGeom prst="rect">
            <a:avLst/>
          </a:prstGeom>
        </p:spPr>
      </p:pic>
      <p:pic>
        <p:nvPicPr>
          <p:cNvPr id="28" name="Image 27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CFB3CE10-178E-C0C2-2767-FD7AFEB33B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831" y="3264591"/>
            <a:ext cx="1682805" cy="2520000"/>
          </a:xfrm>
          <a:prstGeom prst="rect">
            <a:avLst/>
          </a:prstGeom>
        </p:spPr>
      </p:pic>
      <p:pic>
        <p:nvPicPr>
          <p:cNvPr id="30" name="Image 29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BCBB88F3-E078-6A1C-35B9-D2D7CE3A52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668" y="3264591"/>
            <a:ext cx="1682805" cy="2520000"/>
          </a:xfrm>
          <a:prstGeom prst="rect">
            <a:avLst/>
          </a:prstGeom>
        </p:spPr>
      </p:pic>
      <p:pic>
        <p:nvPicPr>
          <p:cNvPr id="32" name="Image 31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ECF80ADA-949A-E399-9E04-6BC15AD000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504" y="3264591"/>
            <a:ext cx="1682805" cy="2520000"/>
          </a:xfrm>
          <a:prstGeom prst="rect">
            <a:avLst/>
          </a:prstGeom>
        </p:spPr>
      </p:pic>
      <p:pic>
        <p:nvPicPr>
          <p:cNvPr id="34" name="Image 33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24E4BF29-AE0C-68D1-D5F1-85E16E68B9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994" y="583724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3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E8B8C-940E-F76C-0CCE-A4B73BE3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26243B7-A0EB-9DFF-4C11-118915A052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2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FAF85C6-A3E8-9C60-9B99-6674A459C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31A6F42-D4D0-F733-F705-281BCD9BE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49CB8454-1A8D-DE22-6D48-3FFD815F4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D29B405-253B-6484-C397-6A548FBB4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11840BF-9853-2D4B-2685-C95F51F8F0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A520A812-9E11-518D-DA12-D4095290B2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4E00A3D-5D7E-31B5-969E-9ED55EBD31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CD483F02-5863-504B-B916-60A504FF89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61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BED8-A080-BD7C-0588-4F9E4D7C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BC988991-7240-5E1D-AEE0-1B2ABEB88A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3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B52D8A33-D0FB-8C69-392F-2966071C7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0204010F-6138-D31C-60A4-743D41C4F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0707ABF8-600E-A856-441C-2AD076D8A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85F82B74-1A02-14D4-D463-3B63F5D03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1903B86-E0F9-D6FC-591C-1874B4FC6C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5822CA44-B7BF-F45A-5AD6-70CB6BF6C5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454ABF0-7D62-B341-40A7-6AE7EC5EE2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FE4308C7-61A8-42EB-2F6E-07795C90D1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19" name="Image 18" descr="Une image contenant texte, capture d’écran, graphism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4B119660-6BE0-5344-5309-0321AF93BA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20" name="Image 19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88E3DB-3E2D-8920-51F7-579C7FF0AB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22" name="Image 21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0D05A35-37BC-D480-3254-8C7FC96137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4" name="Image 23" descr="Une image contenant texte, capture d’écran, graphisme, Visage humain&#10;&#10;Le contenu généré par l’IA peut être incorrect.">
            <a:extLst>
              <a:ext uri="{FF2B5EF4-FFF2-40B4-BE49-F238E27FC236}">
                <a16:creationId xmlns:a16="http://schemas.microsoft.com/office/drawing/2014/main" id="{DBA86407-E094-08AC-525C-3BE2B6EBC28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26" name="Image 2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410D549C-C380-DA3E-2037-E66FD5ADD16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28" name="Image 27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E12E5BA9-F618-4C54-6076-5693723913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30" name="Image 29" descr="Une image contenant texte, capture d’écran, graphisme, Visage humain&#10;&#10;Le contenu généré par l’IA peut être incorrect.">
            <a:extLst>
              <a:ext uri="{FF2B5EF4-FFF2-40B4-BE49-F238E27FC236}">
                <a16:creationId xmlns:a16="http://schemas.microsoft.com/office/drawing/2014/main" id="{085BA4CE-15F4-6373-0C34-D87C40E3202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7" name="Image 36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9BC7E8AC-1814-1F0A-74E4-CBE14891567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558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BBE4-858A-B325-B491-53F0917F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77B34BFD-F934-E1ED-08CB-DFA308354F1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4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01A189F8-31EE-614F-B377-620AB5B8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7DC9DDF-159C-1080-7D03-39939C6DD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FB3F807B-49F2-10A1-CE0E-6D03032EB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2409376-238A-0D05-3920-342182958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B3F30C-0CE9-E473-AA6E-8690D793C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E97EE62-2034-EABD-7DDF-F1D5F18CD6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36D7EA2-523E-1DC4-D4CB-098AFD5F14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4555CB2A-30F8-CE5C-D7D5-EEFD34C5F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18" name="Image 17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58CE34E6-8DDA-3432-9D35-F96686889F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576262"/>
            <a:ext cx="1682805" cy="2520000"/>
          </a:xfrm>
          <a:prstGeom prst="rect">
            <a:avLst/>
          </a:prstGeom>
        </p:spPr>
      </p:pic>
      <p:pic>
        <p:nvPicPr>
          <p:cNvPr id="4" name="Image 3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28D7EE7-3C70-D375-7FAA-D04C640F49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576262"/>
            <a:ext cx="1682805" cy="2520000"/>
          </a:xfrm>
          <a:prstGeom prst="rect">
            <a:avLst/>
          </a:prstGeom>
        </p:spPr>
      </p:pic>
      <p:pic>
        <p:nvPicPr>
          <p:cNvPr id="6" name="Image 5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5B29082-6A3C-ACFF-052D-267F5E1D2A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8" name="Image 7" descr="Une image contenant texte, Visage humain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F051CF2-B1FA-234B-909C-2387DEFE88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576262"/>
            <a:ext cx="1682805" cy="2520000"/>
          </a:xfrm>
          <a:prstGeom prst="rect">
            <a:avLst/>
          </a:prstGeom>
        </p:spPr>
      </p:pic>
      <p:pic>
        <p:nvPicPr>
          <p:cNvPr id="10" name="Image 9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9408757-8CB6-2056-93FF-950355F2C29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12" name="Image 11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E7CFB77C-0286-DEBE-6DCB-E9B1CFB546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14" name="Image 13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24287BD2-2E92-A598-9FE1-9BAF480FBF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16" name="Image 1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8F96843-B59D-AF35-CAC2-039ED1F269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9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D3AB-E24B-8291-848F-583544451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CD0A0C5B-F022-B313-7F3C-C82009CBA1A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5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3B2E375-8BF5-CEDE-FB6C-41603F010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027B1F-5868-C818-B791-021411E0D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E522B6DA-1E77-6428-000E-EE7B85268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DC4E116E-3FDD-E3B3-DCE2-6C3AAA7DCD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3A5D6CD-F6EF-A886-B91A-CA80C20E3A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E37F929-09F5-8CBC-BA39-7F3B8FFF99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85A5529-1249-B427-E1C5-A1BC69100F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05030033-BCF0-09FF-16A8-A10135E2D8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2" name="Image 1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8851A82-F570-30B5-C392-2779B591120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3" name="Image 2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4CCE8D99-B644-2BA6-617D-CB85FD48B9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576262"/>
            <a:ext cx="1682805" cy="2520000"/>
          </a:xfrm>
          <a:prstGeom prst="rect">
            <a:avLst/>
          </a:prstGeom>
        </p:spPr>
      </p:pic>
      <p:pic>
        <p:nvPicPr>
          <p:cNvPr id="4" name="Image 3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E894A9A3-4012-77E2-D997-61C8EEA8F8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5" name="Image 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32D75DA6-08CE-01F4-1336-584A9DF271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" name="Image 5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715D5C4-E19B-4753-C3A9-0A7E4F0B59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7" name="Image 36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45459763-9DD7-C655-F84A-A4DF1B6F9DD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9" name="Image 38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0601E29E-ED61-3941-D621-BEF03A85AA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41" name="Image 40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03C7FDE3-510C-50AC-293E-FCA16CABF82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131F-EB55-C6B7-0086-FCF436592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DACA13FC-2610-61A6-4628-57A2810B7D9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9388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Vidéo 6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0F7CF9D-AF16-522D-E072-D6D8AE490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AC7140A-34D9-9B3B-04C4-D52C3589A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0E2CB9ED-491C-8237-8ED4-5BF856E20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3E1FE0D3-E98D-6D14-BD58-DDCD0E94A9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973C9934-CAB7-8E2D-58F3-70D1240F2B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44E0C32D-9056-5777-A0D4-8C05FBCF7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4D1CB1-2CC6-B49C-1E1A-F6330C6D91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6E0D0B40-38B8-596E-2C0E-777964C241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43" name="Image 42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3825DEB-C6A2-6FE3-8BDF-71B86A9E4A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576262"/>
            <a:ext cx="1682805" cy="2520000"/>
          </a:xfrm>
          <a:prstGeom prst="rect">
            <a:avLst/>
          </a:prstGeom>
        </p:spPr>
      </p:pic>
      <p:pic>
        <p:nvPicPr>
          <p:cNvPr id="45" name="Image 44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CFCA9AB-F91B-7C8F-7F4D-704FFBC4C0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47" name="Image 46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47E13E-29A5-663F-1271-B8ED3D4956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49" name="Image 48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30F9D5D7-E0B8-41E9-204C-E5089C82D27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576262"/>
            <a:ext cx="1682805" cy="2520000"/>
          </a:xfrm>
          <a:prstGeom prst="rect">
            <a:avLst/>
          </a:prstGeom>
        </p:spPr>
      </p:pic>
      <p:pic>
        <p:nvPicPr>
          <p:cNvPr id="51" name="Image 50" descr="Une image contenant texte, Visage humain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9C721E0-647C-E258-64E4-8F3767C46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53" name="Image 52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076A11B8-28A1-9665-1DEE-8795EF9F48F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55" name="Image 54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6434160C-AF21-5FCE-7596-3ABE4C9EF59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57" name="Image 56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CEFE98B2-52ED-2F69-592D-F0C2691B12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8F1B-85A5-C725-A0B1-08F0EE1DA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417C270E-F233-6CE0-6CDA-EB299DE75C4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240453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All Vidéo</a:t>
            </a:r>
          </a:p>
          <a:p>
            <a:r>
              <a:rPr lang="fr-FR" dirty="0"/>
              <a:t>full</a:t>
            </a:r>
          </a:p>
        </p:txBody>
      </p:sp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22C25699-435D-CD29-70E7-CD160DA59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2A391844-E070-6450-2E23-B594C30CD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DF689638-F09B-8841-DBB5-CAA10FBFB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1B3AFD3-05A7-D7ED-FE87-90D73251A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E15D7B0-2CBE-2E9E-A8B9-B6447AF251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780465D-39C8-C873-EE3B-2E087574F7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18F8D7A-363D-202F-DCA1-CD3BBFBDB2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CF46391B-D1F9-739B-8EA6-822EC54858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59" name="Image 58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94602C94-C483-CF85-C63E-CD1E85BC12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61" name="Image 60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E8A9567-DC48-5F3A-2201-1A6E0D6BFDE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63" name="Image 62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9E4BF1B-6DF8-ABA5-E8AD-C6FA1BA2AB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65" name="Image 6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DD6958F8-ADED-7C98-E1FD-90FB09ACE0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7" name="Image 66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9889909-3DDB-69F1-5C8B-14F271D46B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69" name="Image 68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FB25E353-2B0C-7121-D158-12D04115BC7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71" name="Image 7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9C971C2-8F06-D5CF-7491-992325EDDA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73" name="Image 72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B1D1A3D4-95C8-E860-9A84-725BB35F22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9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7B8A-34F4-4189-AD6B-5D899547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60F2DEB1-4C39-98D7-F23E-C7878CC02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576262"/>
            <a:ext cx="1682805" cy="2520000"/>
          </a:xfrm>
          <a:prstGeom prst="rect">
            <a:avLst/>
          </a:prstGeom>
        </p:spPr>
      </p:pic>
      <p:pic>
        <p:nvPicPr>
          <p:cNvPr id="23" name="Image 22" descr="Une image contenant texte, verres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1039764B-4BB7-0D6E-58E1-5A7349D62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576262"/>
            <a:ext cx="1682805" cy="2520000"/>
          </a:xfrm>
          <a:prstGeom prst="rect">
            <a:avLst/>
          </a:prstGeom>
        </p:spPr>
      </p:pic>
      <p:pic>
        <p:nvPicPr>
          <p:cNvPr id="25" name="Image 24" descr="Une image contenant texte, verres, capture d’écran, Visage humain&#10;&#10;Le contenu généré par l’IA peut être incorrect.">
            <a:extLst>
              <a:ext uri="{FF2B5EF4-FFF2-40B4-BE49-F238E27FC236}">
                <a16:creationId xmlns:a16="http://schemas.microsoft.com/office/drawing/2014/main" id="{56AE1F0A-D76A-4B98-13D5-FA0F31AC6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576262"/>
            <a:ext cx="1682805" cy="2520000"/>
          </a:xfrm>
          <a:prstGeom prst="rect">
            <a:avLst/>
          </a:prstGeom>
        </p:spPr>
      </p:pic>
      <p:pic>
        <p:nvPicPr>
          <p:cNvPr id="27" name="Image 26" descr="Une image contenant texte, Visage humain, capture d’écra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509E7EF-9F38-452B-8A9E-DB2BB67519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2" y="576262"/>
            <a:ext cx="1682805" cy="2520000"/>
          </a:xfrm>
          <a:prstGeom prst="rect">
            <a:avLst/>
          </a:prstGeom>
        </p:spPr>
      </p:pic>
      <p:pic>
        <p:nvPicPr>
          <p:cNvPr id="29" name="Image 28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08C5A9-02E8-3764-57AE-3322880E41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1" y="3277129"/>
            <a:ext cx="1682805" cy="2520000"/>
          </a:xfrm>
          <a:prstGeom prst="rect">
            <a:avLst/>
          </a:prstGeom>
        </p:spPr>
      </p:pic>
      <p:pic>
        <p:nvPicPr>
          <p:cNvPr id="31" name="Image 3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A9A3A9A-EDBD-049C-8247-453B59D02A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8" y="3277129"/>
            <a:ext cx="1682805" cy="2520000"/>
          </a:xfrm>
          <a:prstGeom prst="rect">
            <a:avLst/>
          </a:prstGeom>
        </p:spPr>
      </p:pic>
      <p:pic>
        <p:nvPicPr>
          <p:cNvPr id="33" name="Image 32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C86AF17-C4C1-30BA-15E5-7C6565372B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5" y="3277129"/>
            <a:ext cx="1682805" cy="2520000"/>
          </a:xfrm>
          <a:prstGeom prst="rect">
            <a:avLst/>
          </a:prstGeom>
        </p:spPr>
      </p:pic>
      <p:pic>
        <p:nvPicPr>
          <p:cNvPr id="35" name="Image 34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5B04970D-F169-0A7B-81A2-E59F8FB813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1" y="3277129"/>
            <a:ext cx="1682805" cy="2520000"/>
          </a:xfrm>
          <a:prstGeom prst="rect">
            <a:avLst/>
          </a:prstGeom>
        </p:spPr>
      </p:pic>
      <p:pic>
        <p:nvPicPr>
          <p:cNvPr id="59" name="Image 58" descr="Une image contenant texte, capture d’écran, Visage humai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1659B136-1961-CDD9-BDE9-0640006A36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576262"/>
            <a:ext cx="1682805" cy="2520000"/>
          </a:xfrm>
          <a:prstGeom prst="rect">
            <a:avLst/>
          </a:prstGeom>
        </p:spPr>
      </p:pic>
      <p:pic>
        <p:nvPicPr>
          <p:cNvPr id="61" name="Image 60" descr="Une image contenant texte, Visage humain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0BFA6C9-2ADA-EF13-E76A-C2582495B0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576262"/>
            <a:ext cx="1682805" cy="2520000"/>
          </a:xfrm>
          <a:prstGeom prst="rect">
            <a:avLst/>
          </a:prstGeom>
        </p:spPr>
      </p:pic>
      <p:pic>
        <p:nvPicPr>
          <p:cNvPr id="63" name="Image 62" descr="Une image contenant texte, verres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EC0A743-AAFC-8F38-95C3-D87205DB1D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576262"/>
            <a:ext cx="1682805" cy="2520000"/>
          </a:xfrm>
          <a:prstGeom prst="rect">
            <a:avLst/>
          </a:prstGeom>
        </p:spPr>
      </p:pic>
      <p:pic>
        <p:nvPicPr>
          <p:cNvPr id="65" name="Image 64" descr="Une image contenant texte, capture d’écran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0CDD313B-6532-3C6E-CF63-34193A732E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576262"/>
            <a:ext cx="1682805" cy="2520000"/>
          </a:xfrm>
          <a:prstGeom prst="rect">
            <a:avLst/>
          </a:prstGeom>
        </p:spPr>
      </p:pic>
      <p:pic>
        <p:nvPicPr>
          <p:cNvPr id="67" name="Image 66" descr="Une image contenant texte, Visage humain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F4F77AA-2E18-38B5-14FC-2EFBB4C7153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277129"/>
            <a:ext cx="1682805" cy="2520000"/>
          </a:xfrm>
          <a:prstGeom prst="rect">
            <a:avLst/>
          </a:prstGeom>
        </p:spPr>
      </p:pic>
      <p:pic>
        <p:nvPicPr>
          <p:cNvPr id="69" name="Image 68" descr="Une image contenant texte, Visage humain, capture d’écran, personne&#10;&#10;Le contenu généré par l’IA peut être incorrect.">
            <a:extLst>
              <a:ext uri="{FF2B5EF4-FFF2-40B4-BE49-F238E27FC236}">
                <a16:creationId xmlns:a16="http://schemas.microsoft.com/office/drawing/2014/main" id="{9927EDB7-00C9-15D9-BA9E-284EA24AB8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7" y="3277129"/>
            <a:ext cx="1682805" cy="2520000"/>
          </a:xfrm>
          <a:prstGeom prst="rect">
            <a:avLst/>
          </a:prstGeom>
        </p:spPr>
      </p:pic>
      <p:pic>
        <p:nvPicPr>
          <p:cNvPr id="71" name="Image 70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DBA64103-C771-0BA5-1F74-58B9AE196D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4" y="3277129"/>
            <a:ext cx="1682805" cy="2520000"/>
          </a:xfrm>
          <a:prstGeom prst="rect">
            <a:avLst/>
          </a:prstGeom>
        </p:spPr>
      </p:pic>
      <p:pic>
        <p:nvPicPr>
          <p:cNvPr id="73" name="Image 72" descr="Une image contenant texte, Visage humain, capture d’écran, affiche&#10;&#10;Le contenu généré par l’IA peut être incorrect.">
            <a:extLst>
              <a:ext uri="{FF2B5EF4-FFF2-40B4-BE49-F238E27FC236}">
                <a16:creationId xmlns:a16="http://schemas.microsoft.com/office/drawing/2014/main" id="{F9DD2DCC-412B-8FDF-BD47-695930BA300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90" y="3277129"/>
            <a:ext cx="1682805" cy="2520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C17ED0A-A449-1F46-B47E-DF48CE6CEFC1}"/>
              </a:ext>
            </a:extLst>
          </p:cNvPr>
          <p:cNvSpPr txBox="1">
            <a:spLocks/>
          </p:cNvSpPr>
          <p:nvPr/>
        </p:nvSpPr>
        <p:spPr>
          <a:xfrm>
            <a:off x="541867" y="373592"/>
            <a:ext cx="31846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All Vidéo </a:t>
            </a:r>
            <a:r>
              <a:rPr lang="fr-FR" dirty="0" err="1"/>
              <a:t>sum</a:t>
            </a:r>
            <a:endParaRPr lang="fr-FR" dirty="0"/>
          </a:p>
          <a:p>
            <a:r>
              <a:rPr lang="fr-FR" dirty="0"/>
              <a:t>Full points</a:t>
            </a:r>
          </a:p>
        </p:txBody>
      </p:sp>
      <p:pic>
        <p:nvPicPr>
          <p:cNvPr id="91" name="Image 90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3B983C6C-E7C7-FF78-2DC0-0ABF2EA83E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7" y="576262"/>
            <a:ext cx="1682805" cy="2520000"/>
          </a:xfrm>
          <a:prstGeom prst="rect">
            <a:avLst/>
          </a:prstGeom>
        </p:spPr>
      </p:pic>
      <p:pic>
        <p:nvPicPr>
          <p:cNvPr id="93" name="Image 92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7A0B5F5D-0C77-0CB0-7F68-E520C057B1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576262"/>
            <a:ext cx="1682805" cy="2520000"/>
          </a:xfrm>
          <a:prstGeom prst="rect">
            <a:avLst/>
          </a:prstGeom>
        </p:spPr>
      </p:pic>
      <p:pic>
        <p:nvPicPr>
          <p:cNvPr id="95" name="Image 94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6367F3CD-0C66-48FD-3DD8-7938C8999F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3" y="576262"/>
            <a:ext cx="1682805" cy="2520000"/>
          </a:xfrm>
          <a:prstGeom prst="rect">
            <a:avLst/>
          </a:prstGeom>
        </p:spPr>
      </p:pic>
      <p:pic>
        <p:nvPicPr>
          <p:cNvPr id="97" name="Image 96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D932C35C-61AC-2ED3-0461-BC611777C56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9" y="576262"/>
            <a:ext cx="1682805" cy="2520000"/>
          </a:xfrm>
          <a:prstGeom prst="rect">
            <a:avLst/>
          </a:prstGeom>
        </p:spPr>
      </p:pic>
      <p:pic>
        <p:nvPicPr>
          <p:cNvPr id="99" name="Image 98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C82AD9A4-0372-C1FC-2718-455F1DA3575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9" y="3277129"/>
            <a:ext cx="1682805" cy="2520000"/>
          </a:xfrm>
          <a:prstGeom prst="rect">
            <a:avLst/>
          </a:prstGeom>
        </p:spPr>
      </p:pic>
      <p:pic>
        <p:nvPicPr>
          <p:cNvPr id="101" name="Image 100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C3499F50-37E3-4437-1C29-68DB1E62563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996" y="3277129"/>
            <a:ext cx="1682805" cy="2520000"/>
          </a:xfrm>
          <a:prstGeom prst="rect">
            <a:avLst/>
          </a:prstGeom>
        </p:spPr>
      </p:pic>
      <p:pic>
        <p:nvPicPr>
          <p:cNvPr id="103" name="Image 102" descr="Une image contenant texte, Visage humain, affiche, graphisme&#10;&#10;Le contenu généré par l’IA peut être incorrect.">
            <a:extLst>
              <a:ext uri="{FF2B5EF4-FFF2-40B4-BE49-F238E27FC236}">
                <a16:creationId xmlns:a16="http://schemas.microsoft.com/office/drawing/2014/main" id="{3D14E58A-560B-367B-3BCA-81500F293F3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993" y="3277129"/>
            <a:ext cx="1682805" cy="2520000"/>
          </a:xfrm>
          <a:prstGeom prst="rect">
            <a:avLst/>
          </a:prstGeom>
        </p:spPr>
      </p:pic>
      <p:pic>
        <p:nvPicPr>
          <p:cNvPr id="105" name="Image 104" descr="Une image contenant texte, affiche, Visage humain, graphisme&#10;&#10;Le contenu généré par l’IA peut être incorrect.">
            <a:extLst>
              <a:ext uri="{FF2B5EF4-FFF2-40B4-BE49-F238E27FC236}">
                <a16:creationId xmlns:a16="http://schemas.microsoft.com/office/drawing/2014/main" id="{214FA9CB-60B5-60B3-F7DB-AB496BE4239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989" y="3277129"/>
            <a:ext cx="1682805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97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6296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27</Words>
  <Application>Microsoft Office PowerPoint</Application>
  <PresentationFormat>Grand écran</PresentationFormat>
  <Paragraphs>15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Vidéo 1 full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Malinge</dc:creator>
  <cp:lastModifiedBy>Romain Malinge</cp:lastModifiedBy>
  <cp:revision>1</cp:revision>
  <dcterms:created xsi:type="dcterms:W3CDTF">2025-12-15T09:58:34Z</dcterms:created>
  <dcterms:modified xsi:type="dcterms:W3CDTF">2025-12-15T15:47:47Z</dcterms:modified>
</cp:coreProperties>
</file>