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5" r:id="rId4"/>
    <p:sldId id="266" r:id="rId5"/>
    <p:sldId id="268" r:id="rId6"/>
    <p:sldId id="269" r:id="rId7"/>
    <p:sldId id="270" r:id="rId8"/>
    <p:sldId id="272" r:id="rId9"/>
    <p:sldId id="271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9D60F-1E04-28A5-0F57-54EC24503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98F630-2D2B-F3A3-82C0-EF0BED4C2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4DF81-942F-542C-64FF-18362B14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03A16-7894-A822-231E-D2856978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66FF10-F30D-7CB9-981C-E79B7308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3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9F740-5ED2-3F1D-7F2D-D5F01E2B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B374F-F39B-FBA2-AD1C-656180847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0D603A-D8CF-DBDE-54BA-9857BA6B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304422-5DA5-E918-97C9-DDDA9EE4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89E129-1905-FF9E-B77F-D36ED963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4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594EE-DDDF-B3D4-1DC0-6453967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1B7FC0-F47D-A04D-93B9-7C6D6B70E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A9BF03-EAA1-A71D-2DE8-A75D6452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648EE2-5C92-FEBB-E7E2-69DFC7CC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596C57-2CB4-B60B-184B-DE13DC9A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86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D669-655B-479A-0FC5-410A02CF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94A1C0-AAB0-F1E3-E885-8FE2D5B54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82809C-44A1-A6A3-EA5A-CEC5516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628B30-8305-93B6-B7B5-45265A1B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D655B5-06BA-A3C9-991E-30192044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85D95F-E37D-2A73-7AAC-FE85A6E8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17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D926D-0B0F-EC77-B1DE-93B7D42F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7D1183-A2C9-D3DD-56CB-4E8295044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0F4516-DBA1-99D3-9844-4CB0BD4C5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BE9E40-27C2-648C-E930-96FEEA23B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50E018-75FF-214B-D730-B6DED4D8B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F6542D-2DAF-F653-2FCD-19B7FC7F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E1D690-080B-512B-C6CF-5146EF49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A32C12-ED5A-6E70-5C69-9DE98B85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1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EC4D0-AA28-E072-B3AD-CDC410F5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C572E0-457B-122B-B3F7-34622561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DDB085-04A1-BA6F-9274-E641E253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C3E696-0509-91A3-C5D4-91FD84DD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95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B4801F-11A3-DC70-520A-709DE682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928080-E9EF-A94F-3E0F-3A137E79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3199EB-0933-B2BC-C686-A1A5B3DC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7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446F7-A9F3-9A91-C9CE-A5D95B6F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7707A6-4D08-EA8C-7004-6E7536F6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00DC52-4FEF-8909-0EF0-B635CF4CC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03637D-9628-A498-2A90-721C0A70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5DBCA6-0878-2B94-F349-9B301A24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AAA44D-CD5C-5359-4309-8DA412C8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30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76DAE-0F5E-9A0C-4DA8-F81A59FC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31693F-AEAB-127B-5FA5-4501F8262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127A5E-73D7-EEC0-7658-C0AEBCCE0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CA1EC3-EDF0-2FD2-CD7F-51F4714A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A780C4-323B-80FF-095B-46AC24A6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A18D6B-6375-11E7-7E76-5946F455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27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9EBB1-906A-29B9-C483-C685BE3D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35081F0-0075-AA57-D2F3-863280B80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938970-D9B5-093C-D85E-D9B498BA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B632AE-885C-397A-35DD-D1168CD3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A9D67D-EEB5-8ECB-D8E9-72C93A92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20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AB2070-03D3-C4D6-44BF-B3D6DC714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2D3E41-7B72-3586-8E35-98F584FD9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DEB434-1586-F114-E068-4E268F63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0A9200-5D2F-45D5-E97B-5579E5CA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BCA12A-75B0-9194-DBEB-352BB883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9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191557-49B4-F4DD-C7E7-7A151325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5717EE-2E1E-8EBC-626A-567019D3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1D010-8C86-AEB6-4F3F-1E1C2FFA4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7711F-4D5F-4121-9EB4-C5B8E471CABD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F4F00E-FF9C-F945-B933-1FCC6CF04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379361-D993-09AC-D3C2-5C947AF73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26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9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50.png"/><Relationship Id="rId5" Type="http://schemas.openxmlformats.org/officeDocument/2006/relationships/image" Target="../media/image12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10.png"/><Relationship Id="rId21" Type="http://schemas.openxmlformats.org/officeDocument/2006/relationships/image" Target="../media/image60.png"/><Relationship Id="rId7" Type="http://schemas.openxmlformats.org/officeDocument/2006/relationships/image" Target="../media/image14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9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12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2.png"/><Relationship Id="rId18" Type="http://schemas.openxmlformats.org/officeDocument/2006/relationships/image" Target="../media/image65.png"/><Relationship Id="rId3" Type="http://schemas.openxmlformats.org/officeDocument/2006/relationships/image" Target="../media/image10.png"/><Relationship Id="rId21" Type="http://schemas.openxmlformats.org/officeDocument/2006/relationships/image" Target="../media/image68.png"/><Relationship Id="rId7" Type="http://schemas.openxmlformats.org/officeDocument/2006/relationships/image" Target="../media/image14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72.png"/><Relationship Id="rId2" Type="http://schemas.openxmlformats.org/officeDocument/2006/relationships/image" Target="../media/image9.png"/><Relationship Id="rId16" Type="http://schemas.openxmlformats.org/officeDocument/2006/relationships/image" Target="../media/image55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50.png"/><Relationship Id="rId24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54.png"/><Relationship Id="rId23" Type="http://schemas.openxmlformats.org/officeDocument/2006/relationships/image" Target="../media/image70.png"/><Relationship Id="rId10" Type="http://schemas.openxmlformats.org/officeDocument/2006/relationships/image" Target="../media/image49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3.png"/><Relationship Id="rId22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FB1E1-FC5D-83BD-1B78-5F272717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938867" cy="1325563"/>
          </a:xfrm>
        </p:spPr>
        <p:txBody>
          <a:bodyPr/>
          <a:lstStyle/>
          <a:p>
            <a:r>
              <a:rPr lang="fr-FR" dirty="0"/>
              <a:t>Vidéo 1</a:t>
            </a:r>
            <a:br>
              <a:rPr lang="fr-FR" dirty="0"/>
            </a:br>
            <a:r>
              <a:rPr lang="fr-FR" dirty="0"/>
              <a:t>full</a:t>
            </a:r>
          </a:p>
        </p:txBody>
      </p:sp>
      <p:pic>
        <p:nvPicPr>
          <p:cNvPr id="20" name="Image 19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CD7EDF-25E5-A257-ED8D-4798B3C4B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31" y="575257"/>
            <a:ext cx="1682805" cy="2520000"/>
          </a:xfrm>
          <a:prstGeom prst="rect">
            <a:avLst/>
          </a:prstGeom>
        </p:spPr>
      </p:pic>
      <p:pic>
        <p:nvPicPr>
          <p:cNvPr id="22" name="Image 21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5A73990-3579-5E60-42E1-F32D57130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68" y="583724"/>
            <a:ext cx="1682805" cy="2520000"/>
          </a:xfrm>
          <a:prstGeom prst="rect">
            <a:avLst/>
          </a:prstGeom>
        </p:spPr>
      </p:pic>
      <p:pic>
        <p:nvPicPr>
          <p:cNvPr id="24" name="Image 23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B757F0B1-5791-3756-0C88-117727571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05" y="583724"/>
            <a:ext cx="1682805" cy="2520000"/>
          </a:xfrm>
          <a:prstGeom prst="rect">
            <a:avLst/>
          </a:prstGeom>
        </p:spPr>
      </p:pic>
      <p:pic>
        <p:nvPicPr>
          <p:cNvPr id="26" name="Image 2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3EB0E0F-C74D-1257-8974-BFE3C2CCF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94" y="3264591"/>
            <a:ext cx="1682805" cy="2520000"/>
          </a:xfrm>
          <a:prstGeom prst="rect">
            <a:avLst/>
          </a:prstGeom>
        </p:spPr>
      </p:pic>
      <p:pic>
        <p:nvPicPr>
          <p:cNvPr id="28" name="Image 27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CFB3CE10-178E-C0C2-2767-FD7AFEB33B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31" y="3264591"/>
            <a:ext cx="1682805" cy="2520000"/>
          </a:xfrm>
          <a:prstGeom prst="rect">
            <a:avLst/>
          </a:prstGeom>
        </p:spPr>
      </p:pic>
      <p:pic>
        <p:nvPicPr>
          <p:cNvPr id="30" name="Image 29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BCBB88F3-E078-6A1C-35B9-D2D7CE3A52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68" y="3264591"/>
            <a:ext cx="1682805" cy="2520000"/>
          </a:xfrm>
          <a:prstGeom prst="rect">
            <a:avLst/>
          </a:prstGeom>
        </p:spPr>
      </p:pic>
      <p:pic>
        <p:nvPicPr>
          <p:cNvPr id="32" name="Image 31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ECF80ADA-949A-E399-9E04-6BC15AD000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04" y="3264591"/>
            <a:ext cx="1682805" cy="2520000"/>
          </a:xfrm>
          <a:prstGeom prst="rect">
            <a:avLst/>
          </a:prstGeom>
        </p:spPr>
      </p:pic>
      <p:pic>
        <p:nvPicPr>
          <p:cNvPr id="34" name="Image 33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24E4BF29-AE0C-68D1-D5F1-85E16E68B9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94" y="583724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3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8B8C-940E-F76C-0CCE-A4B73BE3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26243B7-A0EB-9DFF-4C11-118915A052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2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FAF85C6-A3E8-9C60-9B99-6674A459C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31A6F42-D4D0-F733-F705-281BCD9BE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49CB8454-1A8D-DE22-6D48-3FFD815F4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D29B405-253B-6484-C397-6A548FBB4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11840BF-9853-2D4B-2685-C95F51F8F0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A520A812-9E11-518D-DA12-D4095290B2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4E00A3D-5D7E-31B5-969E-9ED55EBD31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D483F02-5863-504B-B916-60A504FF89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6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BED8-A080-BD7C-0588-4F9E4D7C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BC988991-7240-5E1D-AEE0-1B2ABEB88A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3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B52D8A33-D0FB-8C69-392F-2966071C7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0204010F-6138-D31C-60A4-743D41C4F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0707ABF8-600E-A856-441C-2AD076D8A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85F82B74-1A02-14D4-D463-3B63F5D03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1903B86-E0F9-D6FC-591C-1874B4FC6C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5822CA44-B7BF-F45A-5AD6-70CB6BF6C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454ABF0-7D62-B341-40A7-6AE7EC5EE2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FE4308C7-61A8-42EB-2F6E-07795C90D1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19" name="Image 18" descr="Une image contenant texte, capture d’écran, graphism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B119660-6BE0-5344-5309-0321AF93BA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20" name="Image 19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88E3DB-3E2D-8920-51F7-579C7FF0AB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22" name="Image 21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0D05A35-37BC-D480-3254-8C7FC96137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4" name="Image 23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DBA86407-E094-08AC-525C-3BE2B6EBC2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26" name="Image 2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10D549C-C380-DA3E-2037-E66FD5ADD1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28" name="Image 27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E12E5BA9-F618-4C54-6076-5693723913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30" name="Image 29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085BA4CE-15F4-6373-0C34-D87C40E320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7" name="Image 36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9BC7E8AC-1814-1F0A-74E4-CBE1489156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5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BBE4-858A-B325-B491-53F0917F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77B34BFD-F934-E1ED-08CB-DFA308354F1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4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01A189F8-31EE-614F-B377-620AB5B8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7DC9DDF-159C-1080-7D03-39939C6DD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FB3F807B-49F2-10A1-CE0E-6D03032EB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2409376-238A-0D05-3920-342182958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B3F30C-0CE9-E473-AA6E-8690D793C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E97EE62-2034-EABD-7DDF-F1D5F18CD6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36D7EA2-523E-1DC4-D4CB-098AFD5F14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4555CB2A-30F8-CE5C-D7D5-EEFD34C5F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18" name="Image 17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8CE34E6-8DDA-3432-9D35-F96686889F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576262"/>
            <a:ext cx="1682805" cy="2520000"/>
          </a:xfrm>
          <a:prstGeom prst="rect">
            <a:avLst/>
          </a:prstGeom>
        </p:spPr>
      </p:pic>
      <p:pic>
        <p:nvPicPr>
          <p:cNvPr id="4" name="Image 3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28D7EE7-3C70-D375-7FAA-D04C640F49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6" name="Image 5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B29082-6A3C-ACFF-052D-267F5E1D2A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8" name="Image 7" descr="Une image contenant texte, Visage humain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F051CF2-B1FA-234B-909C-2387DEFE88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576262"/>
            <a:ext cx="1682805" cy="2520000"/>
          </a:xfrm>
          <a:prstGeom prst="rect">
            <a:avLst/>
          </a:prstGeom>
        </p:spPr>
      </p:pic>
      <p:pic>
        <p:nvPicPr>
          <p:cNvPr id="10" name="Image 9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9408757-8CB6-2056-93FF-950355F2C2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12" name="Image 11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E7CFB77C-0286-DEBE-6DCB-E9B1CFB546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14" name="Image 13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24287BD2-2E92-A598-9FE1-9BAF480FBF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16" name="Image 1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8F96843-B59D-AF35-CAC2-039ED1F269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9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D3AB-E24B-8291-848F-58354445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CD0A0C5B-F022-B313-7F3C-C82009CBA1A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5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3B2E375-8BF5-CEDE-FB6C-41603F010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027B1F-5868-C818-B791-021411E0D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E522B6DA-1E77-6428-000E-EE7B85268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DC4E116E-3FDD-E3B3-DCE2-6C3AAA7DCD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3A5D6CD-F6EF-A886-B91A-CA80C20E3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E37F929-09F5-8CBC-BA39-7F3B8FFF99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85A5529-1249-B427-E1C5-A1BC69100F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05030033-BCF0-09FF-16A8-A10135E2D8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2" name="Image 1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8851A82-F570-30B5-C392-2779B59112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3" name="Image 2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CCE8D99-B644-2BA6-617D-CB85FD48B9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4" name="Image 3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894A9A3-4012-77E2-D997-61C8EEA8F8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5" name="Image 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2D75DA6-08CE-01F4-1336-584A9DF271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" name="Image 5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715D5C4-E19B-4753-C3A9-0A7E4F0B59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7" name="Image 36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45459763-9DD7-C655-F84A-A4DF1B6F9D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9" name="Image 38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0601E29E-ED61-3941-D621-BEF03A85AA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41" name="Image 40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03C7FDE3-510C-50AC-293E-FCA16CABF82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131F-EB55-C6B7-0086-FCF43659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DACA13FC-2610-61A6-4628-57A2810B7D9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6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0F7CF9D-AF16-522D-E072-D6D8AE490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AC7140A-34D9-9B3B-04C4-D52C3589A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0E2CB9ED-491C-8237-8ED4-5BF856E20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3E1FE0D3-E98D-6D14-BD58-DDCD0E94A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73C9934-CAB7-8E2D-58F3-70D1240F2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4E0C32D-9056-5777-A0D4-8C05FBCF7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4D1CB1-2CC6-B49C-1E1A-F6330C6D91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6E0D0B40-38B8-596E-2C0E-777964C241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43" name="Image 42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3825DEB-C6A2-6FE3-8BDF-71B86A9E4A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576262"/>
            <a:ext cx="1682805" cy="2520000"/>
          </a:xfrm>
          <a:prstGeom prst="rect">
            <a:avLst/>
          </a:prstGeom>
        </p:spPr>
      </p:pic>
      <p:pic>
        <p:nvPicPr>
          <p:cNvPr id="45" name="Image 44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CFCA9AB-F91B-7C8F-7F4D-704FFBC4C0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47" name="Image 46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47E13E-29A5-663F-1271-B8ED3D4956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49" name="Image 48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0F9D5D7-E0B8-41E9-204C-E5089C82D2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576262"/>
            <a:ext cx="1682805" cy="2520000"/>
          </a:xfrm>
          <a:prstGeom prst="rect">
            <a:avLst/>
          </a:prstGeom>
        </p:spPr>
      </p:pic>
      <p:pic>
        <p:nvPicPr>
          <p:cNvPr id="51" name="Image 50" descr="Une image contenant texte, Visage humain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9C721E0-647C-E258-64E4-8F3767C46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53" name="Image 52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076A11B8-28A1-9665-1DEE-8795EF9F48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55" name="Image 54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6434160C-AF21-5FCE-7596-3ABE4C9EF59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57" name="Image 56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EFE98B2-52ED-2F69-592D-F0C2691B12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8F1B-85A5-C725-A0B1-08F0EE1D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17C270E-F233-6CE0-6CDA-EB299DE75C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4045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All Vidéo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22C25699-435D-CD29-70E7-CD160DA59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A391844-E070-6450-2E23-B594C30CD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DF689638-F09B-8841-DBB5-CAA10FBF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1B3AFD3-05A7-D7ED-FE87-90D73251A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E15D7B0-2CBE-2E9E-A8B9-B6447AF25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780465D-39C8-C873-EE3B-2E087574F7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18F8D7A-363D-202F-DCA1-CD3BBFBDB2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F46391B-D1F9-739B-8EA6-822EC54858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59" name="Image 58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94602C94-C483-CF85-C63E-CD1E85BC1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61" name="Image 60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8A9567-DC48-5F3A-2201-1A6E0D6BFD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63" name="Image 62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9E4BF1B-6DF8-ABA5-E8AD-C6FA1BA2AB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65" name="Image 6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DD6958F8-ADED-7C98-E1FD-90FB09ACE0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7" name="Image 66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9889909-3DDB-69F1-5C8B-14F271D46B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69" name="Image 68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FB25E353-2B0C-7121-D158-12D04115BC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71" name="Image 7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9C971C2-8F06-D5CF-7491-992325EDDA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73" name="Image 72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B1D1A3D4-95C8-E860-9A84-725BB35F22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9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1105-14B1-D44D-BCB9-84380AD24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B8D2116-0A20-B005-B8DC-DD17A9D3327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4045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All Vidéo</a:t>
            </a:r>
          </a:p>
          <a:p>
            <a:r>
              <a:rPr lang="fr-FR" dirty="0"/>
              <a:t>Full v2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103FE51-D99C-EE1E-1DF6-831ECD055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A2538D7-F6EA-83AD-071D-39BBF1268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26E7F8E3-916E-B22F-F6D2-12E18DA2F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82D9D325-750D-1054-C59A-226631438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547FB98-E007-98BB-DF69-7803B6854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5AEF204-6569-8E70-6F63-8A860EAF8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C1B1D34-2FA6-EC4F-5806-A046A78FAA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7219EDD6-C3BB-D9B0-2844-D0D53492FD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59" name="Image 58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8D7692F-5D99-5714-D57C-7E3B1A697D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61" name="Image 60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766D05-83F3-3C73-AC70-F0213DE47C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63" name="Image 62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A19F396-61B5-A654-B97B-0CE866BB7A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65" name="Image 6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57C6238C-747C-A44A-96B7-A45B3A92FA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7" name="Image 66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F5C3A88-A2E9-410A-9671-57BE4BF9CC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69" name="Image 68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A50A6DBB-7DE2-DE84-89C5-672ADC2559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71" name="Image 7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3FD8767-CC3A-72E5-A2F4-4DF4C10A497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73" name="Image 72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1501C3FB-61D7-0872-A8D2-3B3B968CAF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  <p:pic>
        <p:nvPicPr>
          <p:cNvPr id="19" name="Image 18" descr="Une image contenant texte, graphism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335DFB9A-EE00-DB92-E5A1-58A1D8E7FF1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0" y="576262"/>
            <a:ext cx="1682805" cy="2520000"/>
          </a:xfrm>
          <a:prstGeom prst="rect">
            <a:avLst/>
          </a:prstGeom>
        </p:spPr>
      </p:pic>
      <p:pic>
        <p:nvPicPr>
          <p:cNvPr id="20" name="Image 19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4A3A16D-10DF-8453-466C-DE3491E7603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576262"/>
            <a:ext cx="1682805" cy="2520000"/>
          </a:xfrm>
          <a:prstGeom prst="rect">
            <a:avLst/>
          </a:prstGeom>
        </p:spPr>
      </p:pic>
      <p:pic>
        <p:nvPicPr>
          <p:cNvPr id="22" name="Image 21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1F346C7A-A3EB-B114-821C-6ABA52CC6E9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8" y="576262"/>
            <a:ext cx="1682805" cy="2520000"/>
          </a:xfrm>
          <a:prstGeom prst="rect">
            <a:avLst/>
          </a:prstGeom>
        </p:spPr>
      </p:pic>
      <p:pic>
        <p:nvPicPr>
          <p:cNvPr id="24" name="Image 23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F90865FE-9DCB-9E06-A9CB-E7844F5539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7" y="3277129"/>
            <a:ext cx="1682805" cy="2520000"/>
          </a:xfrm>
          <a:prstGeom prst="rect">
            <a:avLst/>
          </a:prstGeom>
        </p:spPr>
      </p:pic>
      <p:pic>
        <p:nvPicPr>
          <p:cNvPr id="26" name="Image 25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1A1DF993-75DA-BEFA-17FF-98761F659A9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28" name="Image 27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618DFE1-7FEB-DB7A-A733-A3A863B377A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3277129"/>
            <a:ext cx="1682805" cy="2520000"/>
          </a:xfrm>
          <a:prstGeom prst="rect">
            <a:avLst/>
          </a:prstGeom>
        </p:spPr>
      </p:pic>
      <p:pic>
        <p:nvPicPr>
          <p:cNvPr id="30" name="Image 29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567F4426-2735-7EF3-78F7-C6B1833B0F9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9" y="3277129"/>
            <a:ext cx="1682805" cy="2520000"/>
          </a:xfrm>
          <a:prstGeom prst="rect">
            <a:avLst/>
          </a:prstGeom>
        </p:spPr>
      </p:pic>
      <p:pic>
        <p:nvPicPr>
          <p:cNvPr id="32" name="Image 31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D496F609-DA24-39E7-D434-F981236B4B1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7" y="576262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3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7B8A-34F4-4189-AD6B-5D899547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0F2DEB1-4C39-98D7-F23E-C7878CC02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1039764B-4BB7-0D6E-58E1-5A7349D62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56AE1F0A-D76A-4B98-13D5-FA0F31AC6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509E7EF-9F38-452B-8A9E-DB2BB67519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08C5A9-02E8-3764-57AE-3322880E41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A9A3A9A-EDBD-049C-8247-453B59D02A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C86AF17-C4C1-30BA-15E5-7C6565372B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5B04970D-F169-0A7B-81A2-E59F8FB813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59" name="Image 58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659B136-1961-CDD9-BDE9-0640006A36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61" name="Image 60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0BFA6C9-2ADA-EF13-E76A-C2582495B0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63" name="Image 62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EC0A743-AAFC-8F38-95C3-D87205DB1D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65" name="Image 6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0CDD313B-6532-3C6E-CF63-34193A732E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7" name="Image 66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F4F77AA-2E18-38B5-14FC-2EFBB4C715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69" name="Image 68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9927EDB7-00C9-15D9-BA9E-284EA24AB8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71" name="Image 7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BA64103-C771-0BA5-1F74-58B9AE196D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73" name="Image 72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F9DD2DCC-412B-8FDF-BD47-695930BA30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C17ED0A-A449-1F46-B47E-DF48CE6CEFC1}"/>
              </a:ext>
            </a:extLst>
          </p:cNvPr>
          <p:cNvSpPr txBox="1">
            <a:spLocks/>
          </p:cNvSpPr>
          <p:nvPr/>
        </p:nvSpPr>
        <p:spPr>
          <a:xfrm>
            <a:off x="541867" y="373592"/>
            <a:ext cx="31846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All Vidéo </a:t>
            </a:r>
            <a:r>
              <a:rPr lang="fr-FR" dirty="0" err="1"/>
              <a:t>sum</a:t>
            </a:r>
            <a:endParaRPr lang="fr-FR" dirty="0"/>
          </a:p>
          <a:p>
            <a:r>
              <a:rPr lang="fr-FR" dirty="0"/>
              <a:t>Full points</a:t>
            </a:r>
          </a:p>
        </p:txBody>
      </p:sp>
      <p:pic>
        <p:nvPicPr>
          <p:cNvPr id="91" name="Image 90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B983C6C-E7C7-FF78-2DC0-0ABF2EA83E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7" y="576262"/>
            <a:ext cx="1682805" cy="2520000"/>
          </a:xfrm>
          <a:prstGeom prst="rect">
            <a:avLst/>
          </a:prstGeom>
        </p:spPr>
      </p:pic>
      <p:pic>
        <p:nvPicPr>
          <p:cNvPr id="93" name="Image 92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7A0B5F5D-0C77-0CB0-7F68-E520C057B1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95" name="Image 94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6367F3CD-0C66-48FD-3DD8-7938C8999F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576262"/>
            <a:ext cx="1682805" cy="2520000"/>
          </a:xfrm>
          <a:prstGeom prst="rect">
            <a:avLst/>
          </a:prstGeom>
        </p:spPr>
      </p:pic>
      <p:pic>
        <p:nvPicPr>
          <p:cNvPr id="97" name="Image 96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D932C35C-61AC-2ED3-0461-BC611777C56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9" y="576262"/>
            <a:ext cx="1682805" cy="2520000"/>
          </a:xfrm>
          <a:prstGeom prst="rect">
            <a:avLst/>
          </a:prstGeom>
        </p:spPr>
      </p:pic>
      <p:pic>
        <p:nvPicPr>
          <p:cNvPr id="99" name="Image 98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C82AD9A4-0372-C1FC-2718-455F1DA3575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3277129"/>
            <a:ext cx="1682805" cy="2520000"/>
          </a:xfrm>
          <a:prstGeom prst="rect">
            <a:avLst/>
          </a:prstGeom>
        </p:spPr>
      </p:pic>
      <p:pic>
        <p:nvPicPr>
          <p:cNvPr id="101" name="Image 100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C3499F50-37E3-4437-1C29-68DB1E62563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3277129"/>
            <a:ext cx="1682805" cy="2520000"/>
          </a:xfrm>
          <a:prstGeom prst="rect">
            <a:avLst/>
          </a:prstGeom>
        </p:spPr>
      </p:pic>
      <p:pic>
        <p:nvPicPr>
          <p:cNvPr id="103" name="Image 102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3D14E58A-560B-367B-3BCA-81500F293F3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3277129"/>
            <a:ext cx="1682805" cy="2520000"/>
          </a:xfrm>
          <a:prstGeom prst="rect">
            <a:avLst/>
          </a:prstGeom>
        </p:spPr>
      </p:pic>
      <p:pic>
        <p:nvPicPr>
          <p:cNvPr id="105" name="Image 104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214FA9CB-60B5-60B3-F7DB-AB496BE4239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9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97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6296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31</Words>
  <Application>Microsoft Office PowerPoint</Application>
  <PresentationFormat>Grand écran</PresentationFormat>
  <Paragraphs>17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Vidéo 1 full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Malinge</dc:creator>
  <cp:lastModifiedBy>Romain Malinge</cp:lastModifiedBy>
  <cp:revision>2</cp:revision>
  <dcterms:created xsi:type="dcterms:W3CDTF">2025-12-15T09:58:34Z</dcterms:created>
  <dcterms:modified xsi:type="dcterms:W3CDTF">2025-12-18T07:35:20Z</dcterms:modified>
</cp:coreProperties>
</file>